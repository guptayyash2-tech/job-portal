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6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76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4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8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35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87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094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95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6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E371C-DE5F-474D-BD81-10E7991018FD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BB0BA-40A8-4C1A-918C-8F79A3A2E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8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“Home Page, User and Admin Registration and Login”</a:t>
            </a:r>
            <a:endParaRPr lang="en-US" sz="36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377" y="1576251"/>
            <a:ext cx="8821783" cy="4815840"/>
          </a:xfrm>
        </p:spPr>
      </p:pic>
    </p:spTree>
    <p:extLst>
      <p:ext uri="{BB962C8B-B14F-4D97-AF65-F5344CB8AC3E}">
        <p14:creationId xmlns:p14="http://schemas.microsoft.com/office/powerpoint/2010/main" val="100770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 Register And Login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825625"/>
            <a:ext cx="6019800" cy="4351338"/>
          </a:xfrm>
        </p:spPr>
        <p:txBody>
          <a:bodyPr/>
          <a:lstStyle/>
          <a:p>
            <a:r>
              <a:rPr lang="en-US" dirty="0" smtClean="0"/>
              <a:t>User Register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02070" y="1900518"/>
            <a:ext cx="3751729" cy="4276445"/>
          </a:xfrm>
        </p:spPr>
        <p:txBody>
          <a:bodyPr/>
          <a:lstStyle/>
          <a:p>
            <a:r>
              <a:rPr lang="en-US" dirty="0" smtClean="0"/>
              <a:t>User login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94" y="2384611"/>
            <a:ext cx="10094258" cy="4176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62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User Login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075766"/>
            <a:ext cx="6172200" cy="494851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We can see Heading</a:t>
            </a:r>
          </a:p>
          <a:p>
            <a:pPr marL="342900" indent="-342900">
              <a:buAutoNum type="alphaLcParenR"/>
            </a:pPr>
            <a:r>
              <a:rPr lang="en-US" dirty="0" smtClean="0"/>
              <a:t>User Personal Info</a:t>
            </a:r>
          </a:p>
          <a:p>
            <a:pPr marL="342900" indent="-342900">
              <a:buAutoNum type="alphaLcParenR"/>
            </a:pPr>
            <a:r>
              <a:rPr lang="en-US" dirty="0" smtClean="0"/>
              <a:t>User Profile</a:t>
            </a:r>
          </a:p>
          <a:p>
            <a:pPr marL="342900" indent="-342900">
              <a:buAutoNum type="alphaLcParenR"/>
            </a:pPr>
            <a:r>
              <a:rPr lang="en-US" dirty="0" smtClean="0"/>
              <a:t>Show Job Detail</a:t>
            </a:r>
          </a:p>
          <a:p>
            <a:pPr marL="342900" indent="-342900">
              <a:buAutoNum type="alphaLcParenR"/>
            </a:pPr>
            <a:r>
              <a:rPr lang="en-US" dirty="0" smtClean="0"/>
              <a:t>Track Job</a:t>
            </a:r>
          </a:p>
          <a:p>
            <a:pPr marL="342900" indent="-342900">
              <a:buAutoNum type="alphaLcParenR"/>
            </a:pPr>
            <a:r>
              <a:rPr lang="en-US" dirty="0" smtClean="0"/>
              <a:t>Logout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71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050894" cy="1039906"/>
          </a:xfrm>
        </p:spPr>
        <p:txBody>
          <a:bodyPr/>
          <a:lstStyle/>
          <a:p>
            <a:r>
              <a:rPr lang="en-US" b="1" dirty="0" smtClean="0"/>
              <a:t>In User Profile</a:t>
            </a: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183341"/>
            <a:ext cx="6497824" cy="483197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The user profile section allows users to view their details and profile picture, and provides an option to update them.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30120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User Personal Info</a:t>
            </a:r>
            <a:br>
              <a:rPr lang="en-US" b="1" dirty="0" smtClean="0"/>
            </a:br>
            <a:endParaRPr lang="en-US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394" y="156755"/>
            <a:ext cx="6172200" cy="201168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270658" cy="3811588"/>
          </a:xfrm>
        </p:spPr>
        <p:txBody>
          <a:bodyPr/>
          <a:lstStyle/>
          <a:p>
            <a:r>
              <a:rPr lang="en-US" sz="2800" dirty="0" smtClean="0"/>
              <a:t>The user can add and update their personal information through add and edit option.</a:t>
            </a:r>
            <a:endParaRPr lang="en-US" sz="2800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128" y="2351314"/>
            <a:ext cx="7468326" cy="392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22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8617721" cy="1066800"/>
          </a:xfrm>
        </p:spPr>
        <p:txBody>
          <a:bodyPr/>
          <a:lstStyle/>
          <a:p>
            <a:r>
              <a:rPr lang="en-US" dirty="0" smtClean="0"/>
              <a:t>                                        Show Job Detail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837744"/>
            <a:ext cx="6172200" cy="317298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Users can browse and search for available job listings and apply for suitable positions directly through the system.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365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 apply Job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818606"/>
            <a:ext cx="6172200" cy="4946468"/>
          </a:xfrm>
        </p:spPr>
      </p:pic>
      <p:sp>
        <p:nvSpPr>
          <p:cNvPr id="9" name="Rectangle 2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1" y="3256929"/>
            <a:ext cx="47720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upload their resume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for desired job postings.</a:t>
            </a:r>
          </a:p>
        </p:txBody>
      </p:sp>
    </p:spTree>
    <p:extLst>
      <p:ext uri="{BB962C8B-B14F-4D97-AF65-F5344CB8AC3E}">
        <p14:creationId xmlns:p14="http://schemas.microsoft.com/office/powerpoint/2010/main" val="3135854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User  Can Track Job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9"/>
            <a:ext cx="5048794" cy="3614178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332411"/>
            <a:ext cx="5181600" cy="4007213"/>
          </a:xfrm>
        </p:spPr>
      </p:pic>
    </p:spTree>
    <p:extLst>
      <p:ext uri="{BB962C8B-B14F-4D97-AF65-F5344CB8AC3E}">
        <p14:creationId xmlns:p14="http://schemas.microsoft.com/office/powerpoint/2010/main" val="162294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Admin Register &amp; Login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599" y="1828800"/>
            <a:ext cx="6611983" cy="4206241"/>
          </a:xfrm>
        </p:spPr>
      </p:pic>
    </p:spTree>
    <p:extLst>
      <p:ext uri="{BB962C8B-B14F-4D97-AF65-F5344CB8AC3E}">
        <p14:creationId xmlns:p14="http://schemas.microsoft.com/office/powerpoint/2010/main" val="3974438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After User Login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Admin Profile</a:t>
            </a:r>
          </a:p>
          <a:p>
            <a:r>
              <a:rPr lang="en-US" dirty="0" smtClean="0"/>
              <a:t>Get Job Listing</a:t>
            </a:r>
          </a:p>
          <a:p>
            <a:r>
              <a:rPr lang="en-US" dirty="0" smtClean="0"/>
              <a:t>Get Company Info</a:t>
            </a:r>
          </a:p>
          <a:p>
            <a:r>
              <a:rPr lang="en-US" dirty="0" smtClean="0"/>
              <a:t>Get All Job Applications</a:t>
            </a:r>
          </a:p>
          <a:p>
            <a:r>
              <a:rPr lang="en-US" dirty="0" smtClean="0"/>
              <a:t>Logout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59428"/>
            <a:ext cx="5181600" cy="3796937"/>
          </a:xfrm>
        </p:spPr>
      </p:pic>
    </p:spTree>
    <p:extLst>
      <p:ext uri="{BB962C8B-B14F-4D97-AF65-F5344CB8AC3E}">
        <p14:creationId xmlns:p14="http://schemas.microsoft.com/office/powerpoint/2010/main" val="3149925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               </a:t>
            </a:r>
            <a:br>
              <a:rPr lang="en-US" b="1" dirty="0" smtClean="0"/>
            </a:br>
            <a:r>
              <a:rPr lang="en-US" b="1" dirty="0"/>
              <a:t> </a:t>
            </a:r>
            <a:r>
              <a:rPr lang="en-US" b="1" dirty="0" smtClean="0"/>
              <a:t>                         Admin </a:t>
            </a:r>
            <a:r>
              <a:rPr lang="en-US" b="1" dirty="0"/>
              <a:t>Profile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admin </a:t>
            </a:r>
            <a:r>
              <a:rPr lang="en-US" dirty="0"/>
              <a:t>profile section allows </a:t>
            </a:r>
            <a:r>
              <a:rPr lang="en-US" dirty="0" smtClean="0"/>
              <a:t>admin </a:t>
            </a:r>
            <a:r>
              <a:rPr lang="en-US" dirty="0"/>
              <a:t>to view their details and profile picture, and provides an option to update them.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89760"/>
            <a:ext cx="5181600" cy="3805646"/>
          </a:xfrm>
        </p:spPr>
      </p:pic>
    </p:spTree>
    <p:extLst>
      <p:ext uri="{BB962C8B-B14F-4D97-AF65-F5344CB8AC3E}">
        <p14:creationId xmlns:p14="http://schemas.microsoft.com/office/powerpoint/2010/main" val="2969187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/>
              <a:t> </a:t>
            </a:r>
            <a:r>
              <a:rPr lang="en-US" b="1" dirty="0" smtClean="0"/>
              <a:t>                   Get </a:t>
            </a:r>
            <a:r>
              <a:rPr lang="en-US" b="1" dirty="0"/>
              <a:t>Company Info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Admin allows to add his own company information 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969" y="1262744"/>
            <a:ext cx="4737968" cy="232518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54" y="2795451"/>
            <a:ext cx="5947955" cy="3762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036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Admin Allow to add job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5223"/>
            <a:ext cx="5181600" cy="3229923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48" y="1532709"/>
            <a:ext cx="5005251" cy="3755777"/>
          </a:xfrm>
        </p:spPr>
      </p:pic>
    </p:spTree>
    <p:extLst>
      <p:ext uri="{BB962C8B-B14F-4D97-AF65-F5344CB8AC3E}">
        <p14:creationId xmlns:p14="http://schemas.microsoft.com/office/powerpoint/2010/main" val="2441492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194</Words>
  <Application>Microsoft Office PowerPoint</Application>
  <PresentationFormat>Widescreen</PresentationFormat>
  <Paragraphs>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“Home Page, User and Admin Registration and Login”</vt:lpstr>
      <vt:lpstr>User Register And Login</vt:lpstr>
      <vt:lpstr>After User Login</vt:lpstr>
      <vt:lpstr>In User Profile</vt:lpstr>
      <vt:lpstr>User Personal Info </vt:lpstr>
      <vt:lpstr>                                        Show Job Detail </vt:lpstr>
      <vt:lpstr>User apply Job</vt:lpstr>
      <vt:lpstr> User  Can Track Job </vt:lpstr>
      <vt:lpstr>Admin Register &amp; Login</vt:lpstr>
      <vt:lpstr>After User Login</vt:lpstr>
      <vt:lpstr>                                          Admin Profile </vt:lpstr>
      <vt:lpstr>                     Get Company Info </vt:lpstr>
      <vt:lpstr>Admin Allow to add job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 P</dc:creator>
  <cp:lastModifiedBy>H P</cp:lastModifiedBy>
  <cp:revision>6</cp:revision>
  <dcterms:created xsi:type="dcterms:W3CDTF">2025-11-05T10:21:54Z</dcterms:created>
  <dcterms:modified xsi:type="dcterms:W3CDTF">2025-11-07T09:53:35Z</dcterms:modified>
</cp:coreProperties>
</file>