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49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E371C-DE5F-474D-BD81-10E7991018FD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BB0BA-40A8-4C1A-918C-8F79A3A2E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13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E371C-DE5F-474D-BD81-10E7991018FD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BB0BA-40A8-4C1A-918C-8F79A3A2E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966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E371C-DE5F-474D-BD81-10E7991018FD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BB0BA-40A8-4C1A-918C-8F79A3A2E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689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E371C-DE5F-474D-BD81-10E7991018FD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BB0BA-40A8-4C1A-918C-8F79A3A2E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048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E371C-DE5F-474D-BD81-10E7991018FD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BB0BA-40A8-4C1A-918C-8F79A3A2E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8225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E371C-DE5F-474D-BD81-10E7991018FD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BB0BA-40A8-4C1A-918C-8F79A3A2E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935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E371C-DE5F-474D-BD81-10E7991018FD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BB0BA-40A8-4C1A-918C-8F79A3A2E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187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E371C-DE5F-474D-BD81-10E7991018FD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BB0BA-40A8-4C1A-918C-8F79A3A2E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0942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E371C-DE5F-474D-BD81-10E7991018FD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BB0BA-40A8-4C1A-918C-8F79A3A2E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995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E371C-DE5F-474D-BD81-10E7991018FD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BB0BA-40A8-4C1A-918C-8F79A3A2E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308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E371C-DE5F-474D-BD81-10E7991018FD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DBB0BA-40A8-4C1A-918C-8F79A3A2E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69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7E371C-DE5F-474D-BD81-10E7991018FD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DBB0BA-40A8-4C1A-918C-8F79A3A2E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782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70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 smtClean="0"/>
              <a:t>“Home Page, User and Admin Registration and Login”</a:t>
            </a:r>
            <a:endParaRPr lang="en-US" sz="3600" b="1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2377" y="1576251"/>
            <a:ext cx="8821783" cy="4815840"/>
          </a:xfrm>
        </p:spPr>
      </p:pic>
    </p:spTree>
    <p:extLst>
      <p:ext uri="{BB962C8B-B14F-4D97-AF65-F5344CB8AC3E}">
        <p14:creationId xmlns:p14="http://schemas.microsoft.com/office/powerpoint/2010/main" val="1007700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User Register And Login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825625"/>
            <a:ext cx="6019800" cy="4351338"/>
          </a:xfrm>
        </p:spPr>
        <p:txBody>
          <a:bodyPr/>
          <a:lstStyle/>
          <a:p>
            <a:r>
              <a:rPr lang="en-US" dirty="0" smtClean="0"/>
              <a:t>User Register</a:t>
            </a:r>
          </a:p>
          <a:p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02070" y="1900518"/>
            <a:ext cx="3751729" cy="4276445"/>
          </a:xfrm>
        </p:spPr>
        <p:txBody>
          <a:bodyPr/>
          <a:lstStyle/>
          <a:p>
            <a:r>
              <a:rPr lang="en-US" dirty="0" smtClean="0"/>
              <a:t>User login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94" y="2384611"/>
            <a:ext cx="10094258" cy="4176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624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After User Login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188" y="1075766"/>
            <a:ext cx="6172200" cy="4948516"/>
          </a:xfr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 smtClean="0"/>
              <a:t>We can see Heading</a:t>
            </a:r>
          </a:p>
          <a:p>
            <a:pPr marL="342900" indent="-342900">
              <a:buAutoNum type="alphaLcParenR"/>
            </a:pPr>
            <a:r>
              <a:rPr lang="en-US" dirty="0" smtClean="0"/>
              <a:t>User Personal Info</a:t>
            </a:r>
          </a:p>
          <a:p>
            <a:pPr marL="342900" indent="-342900">
              <a:buAutoNum type="alphaLcParenR"/>
            </a:pPr>
            <a:r>
              <a:rPr lang="en-US" dirty="0" smtClean="0"/>
              <a:t>User Profile</a:t>
            </a:r>
          </a:p>
          <a:p>
            <a:pPr marL="342900" indent="-342900">
              <a:buAutoNum type="alphaLcParenR"/>
            </a:pPr>
            <a:r>
              <a:rPr lang="en-US" dirty="0" smtClean="0"/>
              <a:t>Show Job Detail</a:t>
            </a:r>
          </a:p>
          <a:p>
            <a:pPr marL="342900" indent="-342900">
              <a:buAutoNum type="alphaLcParenR"/>
            </a:pPr>
            <a:r>
              <a:rPr lang="en-US" dirty="0" smtClean="0"/>
              <a:t>Track Job</a:t>
            </a:r>
          </a:p>
          <a:p>
            <a:pPr marL="342900" indent="-342900">
              <a:buAutoNum type="alphaLcParenR"/>
            </a:pPr>
            <a:r>
              <a:rPr lang="en-US" dirty="0" smtClean="0"/>
              <a:t>Logout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6371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050894" cy="1039906"/>
          </a:xfrm>
        </p:spPr>
        <p:txBody>
          <a:bodyPr/>
          <a:lstStyle/>
          <a:p>
            <a:r>
              <a:rPr lang="en-US" b="1" dirty="0" smtClean="0"/>
              <a:t>In User Profile</a:t>
            </a:r>
            <a:endParaRPr lang="en-US" b="1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188" y="1183341"/>
            <a:ext cx="6497824" cy="4831977"/>
          </a:xfr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800" dirty="0" smtClean="0"/>
              <a:t>The user profile section allows users to view their details and profile picture, and provides an option to update them.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301207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User Personal Info</a:t>
            </a:r>
            <a:br>
              <a:rPr lang="en-US" b="1" dirty="0" smtClean="0"/>
            </a:br>
            <a:endParaRPr lang="en-US" b="1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7394" y="156755"/>
            <a:ext cx="6172200" cy="2011680"/>
          </a:xfr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270658" cy="3811588"/>
          </a:xfrm>
        </p:spPr>
        <p:txBody>
          <a:bodyPr/>
          <a:lstStyle/>
          <a:p>
            <a:r>
              <a:rPr lang="en-US" sz="2800" dirty="0" smtClean="0"/>
              <a:t>The user can add and update their personal information through add and edit option.</a:t>
            </a:r>
            <a:endParaRPr lang="en-US" sz="2800" dirty="0"/>
          </a:p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128" y="2351314"/>
            <a:ext cx="7468326" cy="3921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224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8617721" cy="1066800"/>
          </a:xfrm>
        </p:spPr>
        <p:txBody>
          <a:bodyPr/>
          <a:lstStyle/>
          <a:p>
            <a:r>
              <a:rPr lang="en-US" dirty="0" smtClean="0"/>
              <a:t>                                        Show Job Detail</a:t>
            </a:r>
            <a:br>
              <a:rPr lang="en-US" dirty="0" smtClean="0"/>
            </a:b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188" y="1837744"/>
            <a:ext cx="6172200" cy="3172987"/>
          </a:xfr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800" dirty="0" smtClean="0"/>
              <a:t>Users can browse and search for available job listings and apply for suitable positions directly through the system.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93650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User apply Job</a:t>
            </a:r>
            <a:endParaRPr lang="en-US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188" y="818606"/>
            <a:ext cx="6172200" cy="4946468"/>
          </a:xfrm>
        </p:spPr>
      </p:pic>
      <p:sp>
        <p:nvSpPr>
          <p:cNvPr id="9" name="Rectangle 2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" y="3256929"/>
            <a:ext cx="4772024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Allows users to upload their resume and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apply for desired job postings.</a:t>
            </a:r>
          </a:p>
        </p:txBody>
      </p:sp>
    </p:spTree>
    <p:extLst>
      <p:ext uri="{BB962C8B-B14F-4D97-AF65-F5344CB8AC3E}">
        <p14:creationId xmlns:p14="http://schemas.microsoft.com/office/powerpoint/2010/main" val="3135854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</a:t>
            </a:r>
            <a:r>
              <a:rPr lang="en-US" dirty="0" smtClean="0"/>
              <a:t>U</a:t>
            </a:r>
            <a:r>
              <a:rPr lang="en-US" dirty="0" smtClean="0"/>
              <a:t>ser  Can Track Job</a:t>
            </a:r>
            <a:br>
              <a:rPr lang="en-US" dirty="0" smtClean="0"/>
            </a:b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9"/>
            <a:ext cx="5048794" cy="3614178"/>
          </a:xfr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332411"/>
            <a:ext cx="5181600" cy="4007213"/>
          </a:xfrm>
        </p:spPr>
      </p:pic>
    </p:spTree>
    <p:extLst>
      <p:ext uri="{BB962C8B-B14F-4D97-AF65-F5344CB8AC3E}">
        <p14:creationId xmlns:p14="http://schemas.microsoft.com/office/powerpoint/2010/main" val="1622946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127</Words>
  <Application>Microsoft Office PowerPoint</Application>
  <PresentationFormat>Widescreen</PresentationFormat>
  <Paragraphs>21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“Home Page, User and Admin Registration and Login”</vt:lpstr>
      <vt:lpstr>User Register And Login</vt:lpstr>
      <vt:lpstr>After User Login</vt:lpstr>
      <vt:lpstr>In User Profile</vt:lpstr>
      <vt:lpstr>User Personal Info </vt:lpstr>
      <vt:lpstr>                                        Show Job Detail </vt:lpstr>
      <vt:lpstr>User apply Job</vt:lpstr>
      <vt:lpstr> User  Can Track Job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 P</dc:creator>
  <cp:lastModifiedBy>H P</cp:lastModifiedBy>
  <cp:revision>3</cp:revision>
  <dcterms:created xsi:type="dcterms:W3CDTF">2025-11-05T10:21:54Z</dcterms:created>
  <dcterms:modified xsi:type="dcterms:W3CDTF">2025-11-05T10:39:13Z</dcterms:modified>
</cp:coreProperties>
</file>